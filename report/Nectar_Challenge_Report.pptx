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NECTAR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Facilities Platform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 Challenge — IoT Analytics for Predictive Maintenance,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Forecasting, Anomaly Detection &amp; Asset Connectivity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2468880" cy="1371600"/>
          </a:xfrm>
          <a:prstGeom prst="rect">
            <a:avLst/>
          </a:prstGeom>
          <a:solidFill>
            <a:srgbClr val="2233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343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Assets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4206240"/>
            <a:ext cx="2468880" cy="1371600"/>
          </a:xfrm>
          <a:prstGeom prst="rect">
            <a:avLst/>
          </a:prstGeom>
          <a:solidFill>
            <a:srgbClr val="22335C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4343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73,440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83280" y="5074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Readings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4206240"/>
            <a:ext cx="2468880" cy="1371600"/>
          </a:xfrm>
          <a:prstGeom prst="rect">
            <a:avLst/>
          </a:prstGeom>
          <a:solidFill>
            <a:srgbClr val="22335C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4343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5074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Capabilities Built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69680" y="4206240"/>
            <a:ext cx="2468880" cy="1371600"/>
          </a:xfrm>
          <a:prstGeom prst="rect">
            <a:avLst/>
          </a:prstGeom>
          <a:solidFill>
            <a:srgbClr val="22335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0" y="4343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5074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of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Team Nectar   •   Submission covers Tasks 1–5 of the challenge brief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Overview &amp; Key EDA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Exploratory Data Analysis</a:t>
            </a:r>
            <a:endParaRPr lang="en-US" sz="1300" dirty="0"/>
          </a:p>
        </p:txBody>
      </p:sp>
      <p:pic>
        <p:nvPicPr>
          <p:cNvPr id="4" name="Image 0" descr="/home/claude/work/report_assets/cell_19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206240" cy="34930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937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matrix — sensor readings</a:t>
            </a:r>
            <a:endParaRPr lang="en-US" sz="1000" dirty="0"/>
          </a:p>
        </p:txBody>
      </p:sp>
      <p:pic>
        <p:nvPicPr>
          <p:cNvPr id="6" name="Image 1" descr="/home/claude/work/report_assets/cell_17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6858000" cy="20756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92040" y="3520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rate and average power draw by asset type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892040" y="4041648"/>
            <a:ext cx="82296" cy="82296"/>
          </a:xfrm>
          <a:prstGeom prst="rect">
            <a:avLst/>
          </a:prstGeom>
          <a:solidFill>
            <a:srgbClr val="1D7874"/>
          </a:solidFill>
          <a:ln/>
        </p:spPr>
      </p:sp>
      <p:sp>
        <p:nvSpPr>
          <p:cNvPr id="9" name="Text 5"/>
          <p:cNvSpPr/>
          <p:nvPr/>
        </p:nvSpPr>
        <p:spPr>
          <a:xfrm>
            <a:off x="5138928" y="3977640"/>
            <a:ext cx="66294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dataset shipped with the brief — a schema-faithful synthetic dataset was generated with realistic degradation trajectories, occupancy cycles, and planted anomalies / data-quality issues, so every downstream task has real signal to recover.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892040" y="4937760"/>
            <a:ext cx="82296" cy="82296"/>
          </a:xfrm>
          <a:prstGeom prst="rect">
            <a:avLst/>
          </a:prstGeom>
          <a:solidFill>
            <a:srgbClr val="1D7874"/>
          </a:solidFill>
          <a:ln/>
        </p:spPr>
      </p:sp>
      <p:sp>
        <p:nvSpPr>
          <p:cNvPr id="11" name="Text 7"/>
          <p:cNvSpPr/>
          <p:nvPr/>
        </p:nvSpPr>
        <p:spPr>
          <a:xfrm>
            <a:off x="5138928" y="4873752"/>
            <a:ext cx="6629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consumption tracks occupancy and business-hours scheduling closely — the clearest energy-optimization lever is off-hours setbacks.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92040" y="5577840"/>
            <a:ext cx="82296" cy="82296"/>
          </a:xfrm>
          <a:prstGeom prst="rect">
            <a:avLst/>
          </a:prstGeom>
          <a:solidFill>
            <a:srgbClr val="1D7874"/>
          </a:solidFill>
          <a:ln/>
        </p:spPr>
      </p:sp>
      <p:sp>
        <p:nvSpPr>
          <p:cNvPr id="13" name="Text 9"/>
          <p:cNvSpPr/>
          <p:nvPr/>
        </p:nvSpPr>
        <p:spPr>
          <a:xfrm>
            <a:off x="5138928" y="5513832"/>
            <a:ext cx="6629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 is the strongest correlate of fault_flag of any sensor — the core signal behind Task 2's model.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892040" y="6217920"/>
            <a:ext cx="82296" cy="82296"/>
          </a:xfrm>
          <a:prstGeom prst="rect">
            <a:avLst/>
          </a:prstGeom>
          <a:solidFill>
            <a:srgbClr val="1D7874"/>
          </a:solidFill>
          <a:ln/>
        </p:spPr>
      </p:sp>
      <p:sp>
        <p:nvSpPr>
          <p:cNvPr id="15" name="Text 11"/>
          <p:cNvSpPr/>
          <p:nvPr/>
        </p:nvSpPr>
        <p:spPr>
          <a:xfrm>
            <a:off x="5138928" y="6153912"/>
            <a:ext cx="6629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Chillers show the highest fault rate and power draw of any asset type — the priority target for predictive maintenance.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Nectar Data Scientist Challenge  |  Intelligent Facilities Platform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Will an asset fail within the next 24 hours?</a:t>
            </a:r>
            <a:endParaRPr lang="en-US" sz="1300" dirty="0"/>
          </a:p>
        </p:txBody>
      </p:sp>
      <p:pic>
        <p:nvPicPr>
          <p:cNvPr id="4" name="Image 0" descr="/home/claude/work/report_assets/cell_25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6675120" cy="22768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63931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&amp; ROC curve — held-out (time-based) test set</a:t>
            </a:r>
            <a:endParaRPr lang="en-US" sz="1000" dirty="0"/>
          </a:p>
        </p:txBody>
      </p:sp>
      <p:pic>
        <p:nvPicPr>
          <p:cNvPr id="6" name="Image 1" descr="/home/claude/work/report_assets/cell_26_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77640"/>
            <a:ext cx="3840480" cy="2377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382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feature importances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617720" y="3977640"/>
            <a:ext cx="1600200" cy="960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5"/>
          <p:cNvSpPr/>
          <p:nvPr/>
        </p:nvSpPr>
        <p:spPr>
          <a:xfrm>
            <a:off x="4617720" y="4069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0.945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617720" y="45262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355080" y="3977640"/>
            <a:ext cx="1600200" cy="960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Text 8"/>
          <p:cNvSpPr/>
          <p:nvPr/>
        </p:nvSpPr>
        <p:spPr>
          <a:xfrm>
            <a:off x="6355080" y="4069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0.995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355080" y="45262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92440" y="3977640"/>
            <a:ext cx="1600200" cy="960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Text 11"/>
          <p:cNvSpPr/>
          <p:nvPr/>
        </p:nvSpPr>
        <p:spPr>
          <a:xfrm>
            <a:off x="8092440" y="4069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0.969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8092440" y="45262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9829800" y="3977640"/>
            <a:ext cx="1600200" cy="9601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Text 14"/>
          <p:cNvSpPr/>
          <p:nvPr/>
        </p:nvSpPr>
        <p:spPr>
          <a:xfrm>
            <a:off x="9829800" y="4069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0.995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9829800" y="45262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17720" y="5175504"/>
            <a:ext cx="73152" cy="73152"/>
          </a:xfrm>
          <a:prstGeom prst="rect">
            <a:avLst/>
          </a:prstGeom>
          <a:solidFill>
            <a:srgbClr val="E0633B"/>
          </a:solidFill>
          <a:ln/>
        </p:spPr>
      </p:sp>
      <p:sp>
        <p:nvSpPr>
          <p:cNvPr id="21" name="Text 17"/>
          <p:cNvSpPr/>
          <p:nvPr/>
        </p:nvSpPr>
        <p:spPr>
          <a:xfrm>
            <a:off x="4846320" y="5120640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on rolling 6h/24h window features (mean, std) plus short-term trend, per asset — handles class imbalance via scale_pos_weight, non-linear interactions, no scaling required.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617720" y="5669280"/>
            <a:ext cx="73152" cy="73152"/>
          </a:xfrm>
          <a:prstGeom prst="rect">
            <a:avLst/>
          </a:prstGeom>
          <a:solidFill>
            <a:srgbClr val="E0633B"/>
          </a:solidFill>
          <a:ln/>
        </p:spPr>
      </p:sp>
      <p:sp>
        <p:nvSpPr>
          <p:cNvPr id="23" name="Text 19"/>
          <p:cNvSpPr/>
          <p:nvPr/>
        </p:nvSpPr>
        <p:spPr>
          <a:xfrm>
            <a:off x="4846320" y="5614416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is strictly forward-looking (any fault in the next 24h), with a time-based train/test split so no future information leaks into training.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617720" y="6163056"/>
            <a:ext cx="73152" cy="73152"/>
          </a:xfrm>
          <a:prstGeom prst="rect">
            <a:avLst/>
          </a:prstGeom>
          <a:solidFill>
            <a:srgbClr val="E0633B"/>
          </a:solidFill>
          <a:ln/>
        </p:spPr>
      </p:sp>
      <p:sp>
        <p:nvSpPr>
          <p:cNvPr id="25" name="Text 21"/>
          <p:cNvSpPr/>
          <p:nvPr/>
        </p:nvSpPr>
        <p:spPr>
          <a:xfrm>
            <a:off x="4846320" y="610819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features: rolling vibration mean/std and the vibration trend — matches the EDA's pre-fault signature.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617720" y="6455664"/>
            <a:ext cx="73152" cy="73152"/>
          </a:xfrm>
          <a:prstGeom prst="rect">
            <a:avLst/>
          </a:prstGeom>
          <a:solidFill>
            <a:srgbClr val="E0633B"/>
          </a:solidFill>
          <a:ln/>
        </p:spPr>
      </p:sp>
      <p:sp>
        <p:nvSpPr>
          <p:cNvPr id="27" name="Text 23"/>
          <p:cNvSpPr/>
          <p:nvPr/>
        </p:nvSpPr>
        <p:spPr>
          <a:xfrm>
            <a:off x="4846320" y="64008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 a Random Forest baseline (F1 0.964, ROC-AUC 0.993) on every metric.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Nectar Data Scientist Challenge  |  Intelligent Facilities Platform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Forecasting &amp; Anomaly Detection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Building-level 24h energy forecast    ·    Task 4 — Spikes, drift &amp; degradation</a:t>
            </a:r>
            <a:endParaRPr lang="en-US" sz="1300" dirty="0"/>
          </a:p>
        </p:txBody>
      </p:sp>
      <p:pic>
        <p:nvPicPr>
          <p:cNvPr id="4" name="Image 0" descr="/home/claude/work/report_assets/cell_35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5778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918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24h-ahead energy forecast vs. actual, one building</a:t>
            </a:r>
            <a:endParaRPr lang="en-US" sz="1000" dirty="0"/>
          </a:p>
        </p:txBody>
      </p:sp>
      <p:pic>
        <p:nvPicPr>
          <p:cNvPr id="6" name="Image 1" descr="/home/claude/work/report_assets/cell_41_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577840" cy="1920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7920" y="32918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consumption with flagged anomalies, one asset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" y="3703320"/>
            <a:ext cx="1828800" cy="8686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37764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2.53 kWh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" y="41879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468880" y="3703320"/>
            <a:ext cx="1828800" cy="8686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Text 8"/>
          <p:cNvSpPr/>
          <p:nvPr/>
        </p:nvSpPr>
        <p:spPr>
          <a:xfrm>
            <a:off x="2468880" y="37764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4.27 kWh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468880" y="41879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480560" y="3703320"/>
            <a:ext cx="1828800" cy="8686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Text 11"/>
          <p:cNvSpPr/>
          <p:nvPr/>
        </p:nvSpPr>
        <p:spPr>
          <a:xfrm>
            <a:off x="4480560" y="37764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2.76%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480560" y="41879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475488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Forecasting: XGBoost regressor with lag (1h/24h/168h) and calendar features, per building. Same-hour-yesterday and same-hour-last-week lags dominate importance — buildings are highly routine.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217920" y="397764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combines Isolation Forest (per asset type, multivariate) with a rolling z-score check and a dedicated sensor-drift detector — each flags a different failure signature.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Nectar Data Scientist Challenge  |  Intelligent Facilities Platform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Connectivity &amp; Business 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 — Hierarchy, failure-impact propagation &amp; data quality</a:t>
            </a:r>
            <a:endParaRPr lang="en-US" sz="1300" dirty="0"/>
          </a:p>
        </p:txBody>
      </p:sp>
      <p:pic>
        <p:nvPicPr>
          <p:cNvPr id="4" name="Image 0" descr="/home/claude/work/report_assets/cell_47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0292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46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asset graph (NetworkX) — Site A hierarchy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60720" y="13258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760720" y="1847088"/>
            <a:ext cx="82296" cy="82296"/>
          </a:xfrm>
          <a:prstGeom prst="rect">
            <a:avLst/>
          </a:prstGeom>
          <a:solidFill>
            <a:srgbClr val="E0633B"/>
          </a:solidFill>
          <a:ln/>
        </p:spPr>
      </p:sp>
      <p:sp>
        <p:nvSpPr>
          <p:cNvPr id="8" name="Text 5"/>
          <p:cNvSpPr/>
          <p:nvPr/>
        </p:nvSpPr>
        <p:spPr>
          <a:xfrm>
            <a:off x="6016752" y="1783080"/>
            <a:ext cx="5715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Chiller failures have the largest blast radius (cascade to every downstream AHU) — prioritize these assets for the tightest monitoring and, where feasible, N+1 redundancy.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760720" y="2706624"/>
            <a:ext cx="82296" cy="82296"/>
          </a:xfrm>
          <a:prstGeom prst="rect">
            <a:avLst/>
          </a:prstGeom>
          <a:solidFill>
            <a:srgbClr val="E0633B"/>
          </a:solidFill>
          <a:ln/>
        </p:spPr>
      </p:sp>
      <p:sp>
        <p:nvSpPr>
          <p:cNvPr id="10" name="Text 7"/>
          <p:cNvSpPr/>
          <p:nvPr/>
        </p:nvSpPr>
        <p:spPr>
          <a:xfrm>
            <a:off x="6016752" y="2642616"/>
            <a:ext cx="5715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foreign-key constraints on parent_asset_id and uniqueness on connectivity edges at ingestion — this run's audit found a duplicate edge and one invalid parent reference.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60720" y="3566160"/>
            <a:ext cx="82296" cy="82296"/>
          </a:xfrm>
          <a:prstGeom prst="rect">
            <a:avLst/>
          </a:prstGeom>
          <a:solidFill>
            <a:srgbClr val="E0633B"/>
          </a:solidFill>
          <a:ln/>
        </p:spPr>
      </p:sp>
      <p:sp>
        <p:nvSpPr>
          <p:cNvPr id="12" name="Text 9"/>
          <p:cNvSpPr/>
          <p:nvPr/>
        </p:nvSpPr>
        <p:spPr>
          <a:xfrm>
            <a:off x="6016752" y="3502152"/>
            <a:ext cx="5715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assets flagged by both the anomaly detector and the maintenance model first, to cut false-alarm fatigue for the operations team.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760720" y="4187952"/>
            <a:ext cx="82296" cy="82296"/>
          </a:xfrm>
          <a:prstGeom prst="rect">
            <a:avLst/>
          </a:prstGeom>
          <a:solidFill>
            <a:srgbClr val="E0633B"/>
          </a:solidFill>
          <a:ln/>
        </p:spPr>
      </p:sp>
      <p:sp>
        <p:nvSpPr>
          <p:cNvPr id="14" name="Text 11"/>
          <p:cNvSpPr/>
          <p:nvPr/>
        </p:nvSpPr>
        <p:spPr>
          <a:xfrm>
            <a:off x="6016752" y="4123944"/>
            <a:ext cx="5715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Pump failure cascades to its downstream Energy Meter, which then reads as a flatlined "stuck sensor" — the connectivity graph and anomaly detector corroborate each other here.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760720" y="5074920"/>
            <a:ext cx="5715000" cy="8229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0" y="51663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analysis, code, and a reproducible pipeline are in Nectar_Data_Scientist_Challenge.ipynb.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Nectar Data Scientist Challenge  |  Intelligent Facilities Platform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2026-08-19T11:40:05Z</dcterms:created>
  <dcterms:modified xsi:type="dcterms:W3CDTF">2026-08-19T11:40:05Z</dcterms:modified>
</cp:coreProperties>
</file>